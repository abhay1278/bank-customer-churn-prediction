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</a:defRPr>
            </a:pPr>
            <a:r>
              <a:t>Predictive Modeling and Risk Scoring for Bank Customer Churn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Machine Learning Internship Project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Prepared by: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Abhay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Banking Customer Churn Problem: Customers leaving for competitors leads to immediate revenue loss.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Why Prediction is Important: Acquiring new customers is significantly more expensive than retaining existing ones. Predicting exits allows proactive intervention.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Business Impact: Optimizes marketing budgets by targeting only high-risk cohorts with personalized offers, maximizing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Current Challenge: The bank is experiencing customer attrition (~20.37%) but lacks a systematic mechanism to foresee it.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Business Impact: Retention efforts are currently reactive, broad, and resource-inefficient.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Need for Predictive Analytics: A data-driven model is required to identify high-propensity churners before they actually leave.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Predict Churn: Develop supervised ML models to classify customer loyalty.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Calculate Risk Score: Generate actionable probabilities mapped to Low, Medium, and High-risk tiers.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Support Decision Making: Move from reactive service to proactive management.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Deploy Streamlit Dashboard: Provide an interactive UI for frontline staff.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Provide Business Recommendations: Drive strategies using data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 / Attribute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Total Rows (Customers)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Total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Target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Exited (1 = Churned, 0 = Retained)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Important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CreditScore, Age, Tenure, Balance, EstimatedSalary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Exploratory Data Analysis</a:t>
            </a:r>
          </a:p>
        </p:txBody>
      </p:sp>
      <p:pic>
        <p:nvPicPr>
          <p:cNvPr id="3" name="Picture 2" descr="eda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2400300"/>
          </a:xfrm>
          <a:prstGeom prst="rect">
            <a:avLst/>
          </a:prstGeom>
        </p:spPr>
      </p:pic>
      <p:pic>
        <p:nvPicPr>
          <p:cNvPr id="4" name="Picture 3" descr="eda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200400" cy="2400300"/>
          </a:xfrm>
          <a:prstGeom prst="rect">
            <a:avLst/>
          </a:prstGeom>
        </p:spPr>
      </p:pic>
      <p:pic>
        <p:nvPicPr>
          <p:cNvPr id="5" name="Picture 4" descr="eda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527" y="3771900"/>
            <a:ext cx="41148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b="1">
                <a:solidFill>
                  <a:srgbClr val="00B050"/>
                </a:solidFill>
              </a:defRPr>
            </a:pPr>
            <a:r>
              <a:t>Insights:</a:t>
            </a:r>
          </a:p>
          <a:p>
            <a:pPr>
              <a:defRPr sz="1200"/>
            </a:pPr>
            <a:r>
              <a:t>• Target: Imbalanced (~20% churn)</a:t>
            </a:r>
            <a:br/>
            <a:r>
              <a:t>• Age: Older customers churn more</a:t>
            </a:r>
            <a:br/>
            <a:r>
              <a:t>• Features: Require complex non-linear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endParaRPr/>
          </a:p>
          <a:p>
            <a:pPr>
              <a:defRPr sz="1400" b="1"/>
            </a:pPr>
            <a:r>
              <a:t>Data Preprocessing: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Removed Columns: CustomerId, Surname, Year (No predictive value).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Encoding &amp; Scaling: pd.get_dummies() and StandardScaler applied.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Train-Test Split: 80/20 split with stratification (stratify=y).</a:t>
            </a:r>
          </a:p>
          <a:p>
            <a:pPr>
              <a:defRPr sz="1400" b="1"/>
            </a:pPr>
            <a:r>
              <a:t>Engineered Features: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BalanceSalaryRatio: Differentiates active savers from transactional users.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ProductDensity: Products / (Tenure + 1) -&gt; Captures ecosystem entrenchment.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Engagement: IsActiveMember * NumOfProducts.</a:t>
            </a:r>
          </a:p>
          <a:p>
            <a:pPr>
              <a:spcAft>
                <a:spcPts val="1400"/>
              </a:spcAft>
              <a:defRPr sz="1400">
                <a:latin typeface="Arial"/>
              </a:defRPr>
            </a:pPr>
            <a:r>
              <a:t>AgeTenure: Mitigates demographic risk with loyalty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Machine Learning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Fast, highly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Fails on complex non-linear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Intuitive, handles non-linearities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Highly prone to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Robust, handles variance, high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Slightly less interpretable (black box)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Highest predictive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Prone to overfitting, requires heavy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Chosen Model: Random Forest (Selected for stability, precision, and mitigation of overfitting).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Model Performance: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endParaRPr/>
          </a:p>
          <a:p>
            <a:pPr>
              <a:defRPr sz="1800" b="1"/>
            </a:pPr>
            <a:r>
              <a:t>Evaluation Metrics: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Accuracy: 86.55%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Precision: 78.27%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Recall: 46.92%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F1 Score: 58.67%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ROC-AUC: 71.80%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Streamlit Dashboard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Interactive UI for Business Users:</a:t>
            </a:r>
          </a:p>
          <a:p>
            <a:pPr>
              <a:defRPr sz="1400"/>
            </a:pPr>
            <a:r>
              <a:t>• Customer Input via Sidebar   • Instant Probability &amp; Risk Score Gauge (0-100)</a:t>
            </a:r>
            <a:br/>
            <a:r>
              <a:t>• Recommended Action Engine   • Real-time Feature Importance   • Export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E80E2-482D-5F51-B67A-FDFF6750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14" y="1529846"/>
            <a:ext cx="5050172" cy="2929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Age significantly affects churn: The most critical driver (~19% importance). Older demographics are leaving at an alarming rate.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Customer engagement reduces churn: Inactive members show a much higher propensity to close accounts.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Number of banking products matters: Single-product customers lack switching costs and are a high flight risk. Entrenchment reduces churn.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Financial behavior improves prediction: The Balance-to-Salary ratio effectively distinguishes between core savers and transactional pass-through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Customer Retention Strategies: Develop targeted, high-yield retirement products tailored specifically for the 45+ demographic.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Personalized Offers: Trigger automatic fee waivers or premium rates for customers entering the 'High Risk' gauge territory.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Cross-Selling: Set KPI targets to increase product density by offering incentives for secondary accounts.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Loyalty Programs: Implement usage-based reward programs to maintain active member status and reduce dormancy.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Risk Monitoring: Integrate the model directly into the CRM for automated weekly interventions.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Real-time API Integration: Expose the prediction logic via FastAPI to evaluate live transactions.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Cloud Deployment: Host the dashboard on AWS, Azure, or GCP for robust enterprise access.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Advanced Algorithms: Experiment with XGBoost or LightGBM to squeeze out additional ROC-AUC points.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Deep Learning: Implement neural networks as the dataset scales into millions of records.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Customer Segmentation: Use K-Means clustering prior to classification to build persona-specific retention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Project Achievements: Successfully engineered, trained, and deployed a robust machine learning pipeline for churn prediction.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Business Value: Enabled the bank to shift from reactive service to proactive customer retention.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Machine Learning Impact: Random Forest identified the exact drivers of churn (Age, Salary, Credit Score) with 86.55% accuracy and 78.27% precision.</a:t>
            </a:r>
          </a:p>
          <a:p>
            <a:pPr>
              <a:spcAft>
                <a:spcPts val="1400"/>
              </a:spcAft>
              <a:defRPr sz="1800">
                <a:latin typeface="Arial"/>
              </a:defRPr>
            </a:pPr>
            <a:r>
              <a:t>Dashboard Usefulness: Translated raw statistical probabilities into an intuitive Risk Score system, empowering frontline staff without technical overhead.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endParaRPr/>
          </a:p>
          <a:p>
            <a:r>
              <a:t>Prepared by:</a:t>
            </a:r>
          </a:p>
          <a:p>
            <a:r>
              <a:t>Abhay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835</Words>
  <Application>Microsoft Office PowerPoint</Application>
  <PresentationFormat>On-screen Show (4:3)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Predictive Modeling and Risk Scoring for Bank Customer Churn</vt:lpstr>
      <vt:lpstr>Project Overview</vt:lpstr>
      <vt:lpstr>Problem Statement</vt:lpstr>
      <vt:lpstr>Project Objectives</vt:lpstr>
      <vt:lpstr>Dataset Overview</vt:lpstr>
      <vt:lpstr>Exploratory Data Analysis</vt:lpstr>
      <vt:lpstr>Data Preprocessing &amp; Feature Engineering</vt:lpstr>
      <vt:lpstr>Machine Learning Models</vt:lpstr>
      <vt:lpstr>Model Performance: Random Forest</vt:lpstr>
      <vt:lpstr>Streamlit Dashboard Deployment</vt:lpstr>
      <vt:lpstr>Business Insights</vt:lpstr>
      <vt:lpstr>Strategic Recommendations</vt:lpstr>
      <vt:lpstr>Future Scope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abhay singh</dc:creator>
  <cp:keywords/>
  <dc:description>generated using python-pptx</dc:description>
  <cp:lastModifiedBy>abhay singh</cp:lastModifiedBy>
  <cp:revision>3</cp:revision>
  <dcterms:created xsi:type="dcterms:W3CDTF">2013-01-27T09:14:16Z</dcterms:created>
  <dcterms:modified xsi:type="dcterms:W3CDTF">2026-07-31T10:25:33Z</dcterms:modified>
  <cp:category/>
</cp:coreProperties>
</file>